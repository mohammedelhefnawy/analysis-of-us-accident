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3" d="100"/>
          <a:sy n="103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001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https://pages.store.office.com/addinsinstallpage.aspx?rs=en-001&amp;assetid=WA200003233&amp;isWac=True&amp;ui=en-US&amp;ad=US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932dfbbf-d6d5-4f17-bc9b-e65e54f5a924}">
  <we:reference id="WA200003233" version="2.0.0.3" store="en-001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6WUTWvcMBCG/0rReSmSRp85ptdSAim5hBxG0mjjxmsbWxs2XfLfK3kDOTRkIXuxNaPx845eizmy1C1Tjy+/cEfsil2P49MO56dvgm3YcMpJ7cg7ZRWQBy6dTEh1d5xKNw4LuzqygvOWyl237LFvoJq8f9gw7Psb3LYoY7/Qhk00L+OAffeXTsV1q8x7et0wOkz9OGND3hYs1LDPtbzGtQXxHaoixtI90y3F8paVmF2U0gWXc1ZRoAi1bDkVrJ19WNLQq/yPcSjYDVWm5ZB8kEKmFJTzNgbnIm/5pRu2/VvD79/+fpmaOYUOJYyH5kf4U4Ub6fW1HijmDDIjRB+Nqw4iz/HrNG4UB1JJcc0JUGoP4SwNVx+u96VUu/5DuuQBleNOAdcGnOJCnEUujzjRB4eNwQYhPIKxBnS1PNJXWclqq1ImVCpZC2gCmK8bp3U2CoLIEaPRSCHB+c4+Nw6ldQ60z0mA4YAx5PPGfY70wsQcOWlLSpoMypK/EFnvr66XxWtEHbwQWll9KVIbwz0ZrSNqYcBnYS/10or6v12iBL6iEyCmC5ESTJKolQ8UtJRcBcKLkCv1PcN2VKddW4z7skwY6QaHGt8f2TSPdcSVjta6OtJwqCd7W8/t/bMrNJ/077DfN+l1NrJV5qE9/gFVsbFkkwUAAA==&quot;"/>
    <we:property name="creatorSessionId" value="&quot;400175d2-a87a-4372-868c-9cbe342b4885&quot;"/>
    <we:property name="creatorTenantId" value="&quot;67263e4a-e606-42d5-98af-f83e9ec33744&quot;"/>
    <we:property name="creatorUserId" value="&quot;10032005AD96F082&quot;"/>
    <we:property name="datasetId" value="&quot;43b727a1-0f9f-4b3a-89ea-f0e2aaf2422c&quot;"/>
    <we:property name="embedUrl" value="&quot;/reportEmbed?reportId=3f0e59db-087b-4c50-bfc0-4a2f1c2db671&amp;groupId=5b47baac-8c3b-4e7d-8e8b-4f31903245e1&amp;w=2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6WUy27bMBBFf6Xg2ij4fmSXFF2leaApsgmCYEgOXTWyJEh04NTwv5dUDGSRIgbsjUgOh+cOr4jZkthMQwuv17BCckYu+v55BePzF0YWpNvHbm4ur85/Xj5dn199L+F+yE3fTeRsSzKMS8z3zbSGthJK8OFxQaBtb2FZVwnaCRdkwHHqO2ibv/iWXLbyuMbdguBmaPsRKvIuQ8aKfSnpZV202VdRFCHk5gXvMOR9lEOygXPrbUpJBgbMl7TpLWGu7L8pFT3Lf+u7DE1XZGoM0HnOeIxeWmeCtzbQGp+abtnuC34/++t1qK5k3GTfb6of/k8RrqTdrlwopCR4AhFc0FZZBJrC8TSqJRUoo6SKogCunPAHaTD7cLHOudj1AWmjEyAttVJQpYWVlLGDyOk3lPHjZYM3njEHQhstVLE84LGsaJSRMSFIGY0RoL3QxxunVNJSeJYCBK0AfRSHK/vcOODGWqFcikxoKiD4dNi4z5GO6ZACRWVQcp2ENOhORJb3q8pjcQpAeceYkkadilRaU4daqQCKaeESM6d6aVj53zZiFK6gowCIJyK50JGDks6jV5xT6RFOQs7U9whZYel2ddKv8zRAwFvoyvphS4axLy0uNzjnlZYGXbnZfj7W8UeTcXzTv4d2XaXn3khmkVJS41s8cKB2TDKX9Vg//wDxtyZxvAUAAA==&quot;"/>
    <we:property name="isFiltersActionButtonVisible" value="true"/>
    <we:property name="isVisualContainerHeaderHidden" value="false"/>
    <we:property name="pageDisplayName" value="&quot;Landing Page&quot;"/>
    <we:property name="pageName" value="&quot;12af8c228b8fff4c1a1b&quot;"/>
    <we:property name="reportEmbeddedTime" value="&quot;2026-05-10T16:32:41.282Z&quot;"/>
    <we:property name="reportName" value="&quot;US Accident&quot;"/>
    <we:property name="reportState" value="&quot;CONNECTED&quot;"/>
    <we:property name="reportUrl" value="&quot;/groups/5b47baac-8c3b-4e7d-8e8b-4f31903245e1/reports/3f0e59db-087b-4c50-bfc0-4a2f1c2db671/12af8c228b8fff4c1a1b?bookmarkGuid=b34fa5e8-c56d-4a1d-925b-4a10d537d7e4&amp;bookmarkUsage=1&amp;ctid=67263e4a-e606-42d5-98af-f83e9ec33744&amp;fromEntryPoint=export&amp;pbi_source=storytelling_addin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Mohamed Hasan</cp:lastModifiedBy>
  <cp:revision>5</cp:revision>
  <dcterms:created xsi:type="dcterms:W3CDTF">2018-06-07T21:39:02Z</dcterms:created>
  <dcterms:modified xsi:type="dcterms:W3CDTF">2026-05-10T17:02:02Z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